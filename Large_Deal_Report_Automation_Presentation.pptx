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is not a coding lesson. It's a practical example of reducing repetitive work. Ask: who has done copy/paste reporting this week?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pain removed, not technology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brisk and confident. Emphasize repeatability.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line: let humans do judgment, let Python do repetition.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team they can apply this tomorrow to their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this as a reusable template for other team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30-60 seconds. Invite two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30 seconds. No deep code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simple entry point for non-technical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each line to the 8-step slide. This proves process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manual effort we removed: clear old data and load fresh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close: let humans do judgment; let Python do repetition.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F2D55"/>
                </a:solidFill>
              </a:defRPr>
            </a:pPr>
            <a:r>
              <a:t>From Manual Reporting to One-Click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282828"/>
                </a:solidFill>
              </a:defRPr>
            </a:pPr>
            <a:r>
              <a:t>Large Deal Report | 10-minute team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55"/>
                </a:solidFill>
              </a:defRPr>
            </a:pPr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Before: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Repetitive daily steps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Manual copy/paste between files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Higher chance of missed steps under pressure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After: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One-click workflow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Consistent process each day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More time for analysis, less admin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55"/>
                </a:solidFill>
              </a:defRPr>
            </a:pPr>
            <a:r>
              <a:t>What the automation does (8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1) Find latest report template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2) Download latest Excel attachment from email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3) Update Worksheet 1 with fresh data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4) Refresh Worksheet 2 (data connections)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5) Create Worksheet 3 (mobile-friendly copy)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6) Save report with today's date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7) Email report to distribution list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8) Clean temporary files and log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55"/>
                </a:solidFill>
              </a:defRPr>
            </a:pPr>
            <a:r>
              <a:t>Human vs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Human work: repetitive admin, context-switching, fatigue risk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Robot work: same steps, same order, every run</a:t>
            </a:r>
          </a:p>
          <a:p>
            <a:pPr>
              <a:defRPr sz="2200">
                <a:solidFill>
                  <a:srgbClr val="282828"/>
                </a:solidFill>
              </a:defRPr>
            </a:pP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Key message: Python is not replacing analysis; it replaces repetitive admin.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55"/>
                </a:solidFill>
              </a:defRPr>
            </a:pPr>
            <a:r>
              <a:t>Reusable lesson: 4-question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Is it repetitive?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Is it rule-based?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Is input/output digital (Excel, email, CSV)?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Is it time-consuming or error-prone?</a:t>
            </a:r>
          </a:p>
          <a:p>
            <a:pPr>
              <a:defRPr sz="2200">
                <a:solidFill>
                  <a:srgbClr val="282828"/>
                </a:solidFill>
              </a:defRPr>
            </a:pP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If Yes to 3+ questions: strong automation candidate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55"/>
                </a:solidFill>
              </a:defRPr>
            </a:pPr>
            <a:r>
              <a:t>Reusable lesson: automation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Input -&gt; Process -&gt; Output -&gt; Notify -&gt; Log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Input: where data comes from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Process: clear transformation rules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Output: report/file/dashboard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Notify: send to stakeholders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Log: what ran, when, and failures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55"/>
                </a:solidFill>
              </a:defRPr>
            </a:pPr>
            <a:r>
              <a:t>Team challenge (60 seconds)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Pick one repetitive task you own: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What is the task?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How often does it happen?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Which steps are repetitive?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What would done automatically look like?</a:t>
            </a:r>
          </a:p>
          <a:p>
            <a:pPr>
              <a:defRPr sz="2200">
                <a:solidFill>
                  <a:srgbClr val="282828"/>
                </a:solidFill>
              </a:defRPr>
            </a:pP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We will hear 2 examples and test them with the 4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55"/>
                </a:solidFill>
              </a:defRPr>
            </a:pPr>
            <a:r>
              <a:t>Code snippet 1: one-click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Business meaning: one command starts the full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55"/>
                </a:solidFill>
              </a:defRPr>
            </a:pPr>
            <a:r>
              <a:t>Code snippet 1: launcher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One-click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91919"/>
                </a:solidFill>
                <a:latin typeface="Courier New"/>
              </a:defRPr>
            </a:pPr>
            <a:r>
              <a:t>#!/bin/bash</a:t>
            </a:r>
            <a:br/>
            <a:r>
              <a:t>cd "$(dirname "$0")"</a:t>
            </a:r>
            <a:br/>
            <a:r>
              <a:t>python3 large_deal_report_automation.py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55"/>
                </a:solidFill>
              </a:defRPr>
            </a:pPr>
            <a:r>
              <a:t>Code snippet 2: step-by-step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Business flow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91919"/>
                </a:solidFill>
                <a:latin typeface="Courier New"/>
              </a:defRPr>
            </a:pPr>
            <a:r>
              <a:t>latest_report_path = self.find_latest_report()</a:t>
            </a:r>
            <a:br/>
            <a:r>
              <a:t>daily_sheet_path = self.email_handler.download_daily_attachment(self.temp_dir, self.current_date)</a:t>
            </a:r>
            <a:br/>
            <a:r>
              <a:t>self.excel_processor.update_worksheet_1(workbook, daily_sheet_path)</a:t>
            </a:r>
            <a:br/>
            <a:r>
              <a:t>self.excel_processor.refresh_worksheet_2(workbook, latest_report_path)</a:t>
            </a:r>
            <a:br/>
            <a:r>
              <a:t>self.excel_processor.copy_worksheet_2_to_3(workbook)</a:t>
            </a:r>
            <a:br/>
            <a:r>
              <a:t>self.excel_processor.save_workbook(workbook, new_report_path)</a:t>
            </a:r>
            <a:br/>
            <a:r>
              <a:t>self.email_handler.send_report_email(new_report_path, self.config['distribution_list'], sender_name, self.current_date)</a:t>
            </a:r>
            <a:br/>
            <a:r>
              <a:t>self.cleanup_temp_files()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55"/>
                </a:solidFill>
              </a:defRPr>
            </a:pPr>
            <a:r>
              <a:t>Code snippet 3: copy/paste replaced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Daily data refresh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91919"/>
                </a:solidFill>
                <a:latin typeface="Courier New"/>
              </a:defRPr>
            </a:pPr>
            <a:r>
              <a:t>if ws1.max_row &gt; 0:</a:t>
            </a:r>
            <a:br/>
            <a:r>
              <a:t>    ws1.delete_rows(1, ws1.max_row)</a:t>
            </a:r>
            <a:br/>
            <a:br/>
            <a:r>
              <a:t>for row in daily_ws.iter_rows(values_only=True):</a:t>
            </a:r>
            <a:br/>
            <a:r>
              <a:t>    if any(cell is not None for cell in row):</a:t>
            </a:r>
            <a:br/>
            <a:r>
              <a:t>        ws1.append(row)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2D55"/>
                </a:solidFill>
              </a:defRPr>
            </a:pPr>
            <a:r>
              <a:t>Close + 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Takeaway: we do not need everyone to code.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We need everyone to spot automation opportunities.</a:t>
            </a:r>
          </a:p>
          <a:p>
            <a:pPr>
              <a:defRPr sz="2200">
                <a:solidFill>
                  <a:srgbClr val="282828"/>
                </a:solidFill>
              </a:defRPr>
            </a:pP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Action: each person shares 1 candidate task this week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using the 4-question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